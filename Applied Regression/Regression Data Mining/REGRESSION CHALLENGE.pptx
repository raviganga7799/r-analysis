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ngadhran Ravi Kumar" userId="78ab27ab1e8ab9c5" providerId="LiveId" clId="{EE55B01F-914D-45C1-BC4A-FC3046A52957}"/>
    <pc:docChg chg="undo custSel addSld modSld">
      <pc:chgData name="Gangadhran Ravi Kumar" userId="78ab27ab1e8ab9c5" providerId="LiveId" clId="{EE55B01F-914D-45C1-BC4A-FC3046A52957}" dt="2023-07-17T18:51:11.565" v="1939" actId="2710"/>
      <pc:docMkLst>
        <pc:docMk/>
      </pc:docMkLst>
      <pc:sldChg chg="addSp delSp modSp mod modClrScheme chgLayout">
        <pc:chgData name="Gangadhran Ravi Kumar" userId="78ab27ab1e8ab9c5" providerId="LiveId" clId="{EE55B01F-914D-45C1-BC4A-FC3046A52957}" dt="2023-07-17T18:50:50.813" v="1934" actId="27636"/>
        <pc:sldMkLst>
          <pc:docMk/>
          <pc:sldMk cId="3952299921" sldId="257"/>
        </pc:sldMkLst>
        <pc:spChg chg="mod ord">
          <ac:chgData name="Gangadhran Ravi Kumar" userId="78ab27ab1e8ab9c5" providerId="LiveId" clId="{EE55B01F-914D-45C1-BC4A-FC3046A52957}" dt="2023-07-17T18:26:20.564" v="263" actId="20578"/>
          <ac:spMkLst>
            <pc:docMk/>
            <pc:sldMk cId="3952299921" sldId="257"/>
            <ac:spMk id="2" creationId="{5DA2BDCB-1DF4-A77B-F0A6-C37BB13F6AF1}"/>
          </ac:spMkLst>
        </pc:spChg>
        <pc:spChg chg="mod ord">
          <ac:chgData name="Gangadhran Ravi Kumar" userId="78ab27ab1e8ab9c5" providerId="LiveId" clId="{EE55B01F-914D-45C1-BC4A-FC3046A52957}" dt="2023-07-17T18:50:50.813" v="1934" actId="27636"/>
          <ac:spMkLst>
            <pc:docMk/>
            <pc:sldMk cId="3952299921" sldId="257"/>
            <ac:spMk id="3" creationId="{958E3FEA-3EC3-DCE6-5149-92D92DD3A788}"/>
          </ac:spMkLst>
        </pc:spChg>
        <pc:spChg chg="add del mod ord">
          <ac:chgData name="Gangadhran Ravi Kumar" userId="78ab27ab1e8ab9c5" providerId="LiveId" clId="{EE55B01F-914D-45C1-BC4A-FC3046A52957}" dt="2023-07-17T15:02:07.596" v="15" actId="700"/>
          <ac:spMkLst>
            <pc:docMk/>
            <pc:sldMk cId="3952299921" sldId="257"/>
            <ac:spMk id="4" creationId="{0F7C92CC-76BF-6FDD-9FDF-AF8214F00C24}"/>
          </ac:spMkLst>
        </pc:spChg>
      </pc:sldChg>
      <pc:sldChg chg="addSp delSp modSp new mod modClrScheme chgLayout">
        <pc:chgData name="Gangadhran Ravi Kumar" userId="78ab27ab1e8ab9c5" providerId="LiveId" clId="{EE55B01F-914D-45C1-BC4A-FC3046A52957}" dt="2023-07-17T18:50:58.060" v="1936" actId="27636"/>
        <pc:sldMkLst>
          <pc:docMk/>
          <pc:sldMk cId="3313993438" sldId="258"/>
        </pc:sldMkLst>
        <pc:spChg chg="mod ord">
          <ac:chgData name="Gangadhran Ravi Kumar" userId="78ab27ab1e8ab9c5" providerId="LiveId" clId="{EE55B01F-914D-45C1-BC4A-FC3046A52957}" dt="2023-07-17T18:30:33.974" v="451" actId="14100"/>
          <ac:spMkLst>
            <pc:docMk/>
            <pc:sldMk cId="3313993438" sldId="258"/>
            <ac:spMk id="2" creationId="{F2E3748C-162A-F3B2-DFAC-418899738A56}"/>
          </ac:spMkLst>
        </pc:spChg>
        <pc:spChg chg="del">
          <ac:chgData name="Gangadhran Ravi Kumar" userId="78ab27ab1e8ab9c5" providerId="LiveId" clId="{EE55B01F-914D-45C1-BC4A-FC3046A52957}" dt="2023-07-17T18:29:55.582" v="445"/>
          <ac:spMkLst>
            <pc:docMk/>
            <pc:sldMk cId="3313993438" sldId="258"/>
            <ac:spMk id="3" creationId="{6EC18180-1008-D821-5581-F30AB397C28A}"/>
          </ac:spMkLst>
        </pc:spChg>
        <pc:spChg chg="add mod ord">
          <ac:chgData name="Gangadhran Ravi Kumar" userId="78ab27ab1e8ab9c5" providerId="LiveId" clId="{EE55B01F-914D-45C1-BC4A-FC3046A52957}" dt="2023-07-17T18:50:58.060" v="1936" actId="27636"/>
          <ac:spMkLst>
            <pc:docMk/>
            <pc:sldMk cId="3313993438" sldId="258"/>
            <ac:spMk id="5" creationId="{E2C2F41D-9FDA-210F-38B1-1E2EBE9C1720}"/>
          </ac:spMkLst>
        </pc:spChg>
        <pc:picChg chg="add mod ord">
          <ac:chgData name="Gangadhran Ravi Kumar" userId="78ab27ab1e8ab9c5" providerId="LiveId" clId="{EE55B01F-914D-45C1-BC4A-FC3046A52957}" dt="2023-07-17T18:30:07.550" v="447" actId="700"/>
          <ac:picMkLst>
            <pc:docMk/>
            <pc:sldMk cId="3313993438" sldId="258"/>
            <ac:picMk id="4" creationId="{32618F19-1392-9C82-14EB-283C673ADB05}"/>
          </ac:picMkLst>
        </pc:picChg>
      </pc:sldChg>
      <pc:sldChg chg="addSp delSp modSp new mod modClrScheme chgLayout">
        <pc:chgData name="Gangadhran Ravi Kumar" userId="78ab27ab1e8ab9c5" providerId="LiveId" clId="{EE55B01F-914D-45C1-BC4A-FC3046A52957}" dt="2023-07-17T18:51:03.766" v="1938" actId="27636"/>
        <pc:sldMkLst>
          <pc:docMk/>
          <pc:sldMk cId="1833911810" sldId="259"/>
        </pc:sldMkLst>
        <pc:spChg chg="del mod ord">
          <ac:chgData name="Gangadhran Ravi Kumar" userId="78ab27ab1e8ab9c5" providerId="LiveId" clId="{EE55B01F-914D-45C1-BC4A-FC3046A52957}" dt="2023-07-17T18:34:22.383" v="743" actId="700"/>
          <ac:spMkLst>
            <pc:docMk/>
            <pc:sldMk cId="1833911810" sldId="259"/>
            <ac:spMk id="2" creationId="{6DADA294-412B-4BE3-C22E-E375A3F5253D}"/>
          </ac:spMkLst>
        </pc:spChg>
        <pc:spChg chg="del">
          <ac:chgData name="Gangadhran Ravi Kumar" userId="78ab27ab1e8ab9c5" providerId="LiveId" clId="{EE55B01F-914D-45C1-BC4A-FC3046A52957}" dt="2023-07-17T18:34:22.383" v="743" actId="700"/>
          <ac:spMkLst>
            <pc:docMk/>
            <pc:sldMk cId="1833911810" sldId="259"/>
            <ac:spMk id="3" creationId="{79B097C0-56C3-DC3B-0DDD-4C98A708AC96}"/>
          </ac:spMkLst>
        </pc:spChg>
        <pc:spChg chg="del mod ord">
          <ac:chgData name="Gangadhran Ravi Kumar" userId="78ab27ab1e8ab9c5" providerId="LiveId" clId="{EE55B01F-914D-45C1-BC4A-FC3046A52957}" dt="2023-07-17T18:34:22.383" v="743" actId="700"/>
          <ac:spMkLst>
            <pc:docMk/>
            <pc:sldMk cId="1833911810" sldId="259"/>
            <ac:spMk id="4" creationId="{087972F7-834C-0F56-1DC8-9E4F00B109DA}"/>
          </ac:spMkLst>
        </pc:spChg>
        <pc:spChg chg="add del mod ord">
          <ac:chgData name="Gangadhran Ravi Kumar" userId="78ab27ab1e8ab9c5" providerId="LiveId" clId="{EE55B01F-914D-45C1-BC4A-FC3046A52957}" dt="2023-07-17T18:34:30.571" v="744" actId="700"/>
          <ac:spMkLst>
            <pc:docMk/>
            <pc:sldMk cId="1833911810" sldId="259"/>
            <ac:spMk id="5" creationId="{77000A29-A5E4-0435-58CD-E49C777E120D}"/>
          </ac:spMkLst>
        </pc:spChg>
        <pc:spChg chg="add del mod ord">
          <ac:chgData name="Gangadhran Ravi Kumar" userId="78ab27ab1e8ab9c5" providerId="LiveId" clId="{EE55B01F-914D-45C1-BC4A-FC3046A52957}" dt="2023-07-17T18:34:30.571" v="744" actId="700"/>
          <ac:spMkLst>
            <pc:docMk/>
            <pc:sldMk cId="1833911810" sldId="259"/>
            <ac:spMk id="6" creationId="{596CF433-12CA-5B03-DB60-B4C5195790A0}"/>
          </ac:spMkLst>
        </pc:spChg>
        <pc:spChg chg="add mod ord">
          <ac:chgData name="Gangadhran Ravi Kumar" userId="78ab27ab1e8ab9c5" providerId="LiveId" clId="{EE55B01F-914D-45C1-BC4A-FC3046A52957}" dt="2023-07-17T18:39:30.091" v="1060" actId="14100"/>
          <ac:spMkLst>
            <pc:docMk/>
            <pc:sldMk cId="1833911810" sldId="259"/>
            <ac:spMk id="7" creationId="{053FECC6-EA82-17E7-EA98-127F5AA9AB56}"/>
          </ac:spMkLst>
        </pc:spChg>
        <pc:spChg chg="add del mod ord">
          <ac:chgData name="Gangadhran Ravi Kumar" userId="78ab27ab1e8ab9c5" providerId="LiveId" clId="{EE55B01F-914D-45C1-BC4A-FC3046A52957}" dt="2023-07-17T18:34:53.568" v="745"/>
          <ac:spMkLst>
            <pc:docMk/>
            <pc:sldMk cId="1833911810" sldId="259"/>
            <ac:spMk id="8" creationId="{A745DAA1-E05D-49DB-BF31-B226A285FBE8}"/>
          </ac:spMkLst>
        </pc:spChg>
        <pc:spChg chg="add mod ord">
          <ac:chgData name="Gangadhran Ravi Kumar" userId="78ab27ab1e8ab9c5" providerId="LiveId" clId="{EE55B01F-914D-45C1-BC4A-FC3046A52957}" dt="2023-07-17T18:51:03.766" v="1938" actId="27636"/>
          <ac:spMkLst>
            <pc:docMk/>
            <pc:sldMk cId="1833911810" sldId="259"/>
            <ac:spMk id="9" creationId="{A916D622-A510-1A90-D9E6-7213FD51A9B1}"/>
          </ac:spMkLst>
        </pc:spChg>
        <pc:spChg chg="add del">
          <ac:chgData name="Gangadhran Ravi Kumar" userId="78ab27ab1e8ab9c5" providerId="LiveId" clId="{EE55B01F-914D-45C1-BC4A-FC3046A52957}" dt="2023-07-17T18:37:58.369" v="974"/>
          <ac:spMkLst>
            <pc:docMk/>
            <pc:sldMk cId="1833911810" sldId="259"/>
            <ac:spMk id="11" creationId="{6EFFF9CB-4015-1C2F-73E8-3F20108D5ECA}"/>
          </ac:spMkLst>
        </pc:spChg>
        <pc:picChg chg="add mod">
          <ac:chgData name="Gangadhran Ravi Kumar" userId="78ab27ab1e8ab9c5" providerId="LiveId" clId="{EE55B01F-914D-45C1-BC4A-FC3046A52957}" dt="2023-07-17T18:39:18.811" v="1056" actId="14100"/>
          <ac:picMkLst>
            <pc:docMk/>
            <pc:sldMk cId="1833911810" sldId="259"/>
            <ac:picMk id="10" creationId="{A18BEF02-617F-AE92-82C9-2128B6FED873}"/>
          </ac:picMkLst>
        </pc:picChg>
      </pc:sldChg>
      <pc:sldChg chg="addSp delSp modSp new mod">
        <pc:chgData name="Gangadhran Ravi Kumar" userId="78ab27ab1e8ab9c5" providerId="LiveId" clId="{EE55B01F-914D-45C1-BC4A-FC3046A52957}" dt="2023-07-17T18:51:11.565" v="1939" actId="2710"/>
        <pc:sldMkLst>
          <pc:docMk/>
          <pc:sldMk cId="1285279846" sldId="260"/>
        </pc:sldMkLst>
        <pc:spChg chg="mod">
          <ac:chgData name="Gangadhran Ravi Kumar" userId="78ab27ab1e8ab9c5" providerId="LiveId" clId="{EE55B01F-914D-45C1-BC4A-FC3046A52957}" dt="2023-07-17T18:41:05.874" v="1087" actId="14100"/>
          <ac:spMkLst>
            <pc:docMk/>
            <pc:sldMk cId="1285279846" sldId="260"/>
            <ac:spMk id="2" creationId="{F5BBCFCF-E713-0CC1-BB41-85074904BA0B}"/>
          </ac:spMkLst>
        </pc:spChg>
        <pc:spChg chg="del">
          <ac:chgData name="Gangadhran Ravi Kumar" userId="78ab27ab1e8ab9c5" providerId="LiveId" clId="{EE55B01F-914D-45C1-BC4A-FC3046A52957}" dt="2023-07-17T18:40:20.328" v="1062"/>
          <ac:spMkLst>
            <pc:docMk/>
            <pc:sldMk cId="1285279846" sldId="260"/>
            <ac:spMk id="3" creationId="{C1C45159-D479-BF03-AAB2-A80E77AD71D7}"/>
          </ac:spMkLst>
        </pc:spChg>
        <pc:spChg chg="mod">
          <ac:chgData name="Gangadhran Ravi Kumar" userId="78ab27ab1e8ab9c5" providerId="LiveId" clId="{EE55B01F-914D-45C1-BC4A-FC3046A52957}" dt="2023-07-17T18:51:11.565" v="1939" actId="2710"/>
          <ac:spMkLst>
            <pc:docMk/>
            <pc:sldMk cId="1285279846" sldId="260"/>
            <ac:spMk id="4" creationId="{02BA1881-1ECC-836B-7F24-45F3228AD726}"/>
          </ac:spMkLst>
        </pc:spChg>
        <pc:spChg chg="add del mod">
          <ac:chgData name="Gangadhran Ravi Kumar" userId="78ab27ab1e8ab9c5" providerId="LiveId" clId="{EE55B01F-914D-45C1-BC4A-FC3046A52957}" dt="2023-07-17T18:40:23.328" v="1063"/>
          <ac:spMkLst>
            <pc:docMk/>
            <pc:sldMk cId="1285279846" sldId="260"/>
            <ac:spMk id="5" creationId="{AA07667E-7969-94FA-B4AC-2C8B7C852FAA}"/>
          </ac:spMkLst>
        </pc:spChg>
        <pc:picChg chg="add mod">
          <ac:chgData name="Gangadhran Ravi Kumar" userId="78ab27ab1e8ab9c5" providerId="LiveId" clId="{EE55B01F-914D-45C1-BC4A-FC3046A52957}" dt="2023-07-17T18:43:57.829" v="1323" actId="14100"/>
          <ac:picMkLst>
            <pc:docMk/>
            <pc:sldMk cId="1285279846" sldId="260"/>
            <ac:picMk id="6" creationId="{FDC4C822-98A8-FA0C-8F4F-5069FD06A4CD}"/>
          </ac:picMkLst>
        </pc:picChg>
      </pc:sldChg>
      <pc:sldChg chg="addSp delSp modSp new mod modClrScheme chgLayout">
        <pc:chgData name="Gangadhran Ravi Kumar" userId="78ab27ab1e8ab9c5" providerId="LiveId" clId="{EE55B01F-914D-45C1-BC4A-FC3046A52957}" dt="2023-07-17T18:50:29.592" v="1929" actId="2710"/>
        <pc:sldMkLst>
          <pc:docMk/>
          <pc:sldMk cId="581898152" sldId="261"/>
        </pc:sldMkLst>
        <pc:spChg chg="del mod ord">
          <ac:chgData name="Gangadhran Ravi Kumar" userId="78ab27ab1e8ab9c5" providerId="LiveId" clId="{EE55B01F-914D-45C1-BC4A-FC3046A52957}" dt="2023-07-17T18:45:03.492" v="1423" actId="700"/>
          <ac:spMkLst>
            <pc:docMk/>
            <pc:sldMk cId="581898152" sldId="261"/>
            <ac:spMk id="2" creationId="{CA0122EB-566C-8097-FB71-E19E4AAB893A}"/>
          </ac:spMkLst>
        </pc:spChg>
        <pc:spChg chg="del">
          <ac:chgData name="Gangadhran Ravi Kumar" userId="78ab27ab1e8ab9c5" providerId="LiveId" clId="{EE55B01F-914D-45C1-BC4A-FC3046A52957}" dt="2023-07-17T18:45:03.492" v="1423" actId="700"/>
          <ac:spMkLst>
            <pc:docMk/>
            <pc:sldMk cId="581898152" sldId="261"/>
            <ac:spMk id="3" creationId="{9FB4214F-401D-1551-AC45-9234C8DB1839}"/>
          </ac:spMkLst>
        </pc:spChg>
        <pc:spChg chg="del mod ord">
          <ac:chgData name="Gangadhran Ravi Kumar" userId="78ab27ab1e8ab9c5" providerId="LiveId" clId="{EE55B01F-914D-45C1-BC4A-FC3046A52957}" dt="2023-07-17T18:45:03.492" v="1423" actId="700"/>
          <ac:spMkLst>
            <pc:docMk/>
            <pc:sldMk cId="581898152" sldId="261"/>
            <ac:spMk id="4" creationId="{23C72795-275B-EA5A-0D5D-27EB8C04F759}"/>
          </ac:spMkLst>
        </pc:spChg>
        <pc:spChg chg="add del mod ord">
          <ac:chgData name="Gangadhran Ravi Kumar" userId="78ab27ab1e8ab9c5" providerId="LiveId" clId="{EE55B01F-914D-45C1-BC4A-FC3046A52957}" dt="2023-07-17T18:45:08.027" v="1424" actId="700"/>
          <ac:spMkLst>
            <pc:docMk/>
            <pc:sldMk cId="581898152" sldId="261"/>
            <ac:spMk id="5" creationId="{A45840C8-3E9B-3DD9-70B5-7E90740335ED}"/>
          </ac:spMkLst>
        </pc:spChg>
        <pc:spChg chg="add del mod ord">
          <ac:chgData name="Gangadhran Ravi Kumar" userId="78ab27ab1e8ab9c5" providerId="LiveId" clId="{EE55B01F-914D-45C1-BC4A-FC3046A52957}" dt="2023-07-17T18:45:08.027" v="1424" actId="700"/>
          <ac:spMkLst>
            <pc:docMk/>
            <pc:sldMk cId="581898152" sldId="261"/>
            <ac:spMk id="6" creationId="{9DB94F7B-B894-4295-2AC3-51F7B23B3DBD}"/>
          </ac:spMkLst>
        </pc:spChg>
        <pc:spChg chg="add mod ord">
          <ac:chgData name="Gangadhran Ravi Kumar" userId="78ab27ab1e8ab9c5" providerId="LiveId" clId="{EE55B01F-914D-45C1-BC4A-FC3046A52957}" dt="2023-07-17T18:45:55.712" v="1485" actId="700"/>
          <ac:spMkLst>
            <pc:docMk/>
            <pc:sldMk cId="581898152" sldId="261"/>
            <ac:spMk id="7" creationId="{037C3570-CC56-4BF0-BDF1-101451A5C1AC}"/>
          </ac:spMkLst>
        </pc:spChg>
        <pc:spChg chg="add mod ord">
          <ac:chgData name="Gangadhran Ravi Kumar" userId="78ab27ab1e8ab9c5" providerId="LiveId" clId="{EE55B01F-914D-45C1-BC4A-FC3046A52957}" dt="2023-07-17T18:50:29.592" v="1929" actId="2710"/>
          <ac:spMkLst>
            <pc:docMk/>
            <pc:sldMk cId="581898152" sldId="261"/>
            <ac:spMk id="8" creationId="{E7E89CE7-2CA5-121D-8ED7-A144FEE3E59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7/17/2023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7/17/2023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7/17/2023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7/17/2023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7/17/2023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7/17/2023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7/17/2023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7/17/2023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7/17/2023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7/17/2023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7/17/2023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7/17/2023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A252E-077F-9829-5B1E-8DC29CB207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REGRESSION CHALLENGE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13B54B-38BD-CF4A-A494-E4594625BF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530" y="3980329"/>
            <a:ext cx="8767860" cy="1277470"/>
          </a:xfrm>
        </p:spPr>
        <p:txBody>
          <a:bodyPr/>
          <a:lstStyle/>
          <a:p>
            <a:r>
              <a:rPr lang="en-US" dirty="0"/>
              <a:t>STATISTICAL LEARNING AND DATA MINING</a:t>
            </a:r>
          </a:p>
          <a:p>
            <a:r>
              <a:rPr lang="en-US" dirty="0"/>
              <a:t>54875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961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2BDCB-1DF4-A77B-F0A6-C37BB13F6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E3FEA-3EC3-DCE6-5149-92D92DD3A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855694"/>
            <a:ext cx="9872871" cy="4240306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REQUIRED LIBRARIES:-library(alr4),library(caret),library(utils)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IMPORTING DATA:- </a:t>
            </a:r>
            <a:r>
              <a:rPr lang="en-US" sz="2000" dirty="0"/>
              <a:t>USED SETWD AND GETWD TO DIRECT THE PATH.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 IMPORT DATASET USING </a:t>
            </a:r>
            <a:r>
              <a:rPr lang="en-US" dirty="0">
                <a:solidFill>
                  <a:srgbClr val="FF0000"/>
                </a:solidFill>
              </a:rPr>
              <a:t>READ.CSV </a:t>
            </a:r>
            <a:r>
              <a:rPr lang="en-US" dirty="0"/>
              <a:t>FUNCTION.</a:t>
            </a:r>
          </a:p>
          <a:p>
            <a:pPr marL="4572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</a:rPr>
              <a:t>TRAIN DATASET- </a:t>
            </a:r>
            <a:r>
              <a:rPr lang="en-US" dirty="0"/>
              <a:t>GIVEN OBSERVATIONS USED TO ANALYSE AND FIT THE REGRESSION USING REGRESSION ASSUMPTIONS.</a:t>
            </a:r>
          </a:p>
          <a:p>
            <a:pPr marL="4572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</a:rPr>
              <a:t>TEST DATASET- </a:t>
            </a:r>
            <a:r>
              <a:rPr lang="en-US" dirty="0"/>
              <a:t>GIVEN OBSERVATIONS USED FOR THE PREDICTION USING THE  FITTED TRAINED DATASET.</a:t>
            </a:r>
          </a:p>
          <a:p>
            <a:pPr algn="just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299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748C-162A-F3B2-DFAC-418899738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753036"/>
            <a:ext cx="3931920" cy="1488140"/>
          </a:xfrm>
        </p:spPr>
        <p:txBody>
          <a:bodyPr/>
          <a:lstStyle/>
          <a:p>
            <a:r>
              <a:rPr lang="en-US" dirty="0"/>
              <a:t>FITTING PROCESS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2618F19-1392-9C82-14EB-283C673ADB0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7336" b="7336"/>
          <a:stretch/>
        </p:blipFill>
        <p:spPr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C2F41D-9FDA-210F-38B1-1E2EBE9C1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2492188"/>
            <a:ext cx="3931920" cy="3222812"/>
          </a:xfrm>
        </p:spPr>
        <p:txBody>
          <a:bodyPr>
            <a:normAutofit lnSpcReduction="10000"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USED </a:t>
            </a:r>
            <a:r>
              <a:rPr lang="en-US" dirty="0">
                <a:solidFill>
                  <a:srgbClr val="FF0000"/>
                </a:solidFill>
              </a:rPr>
              <a:t>PAIRS</a:t>
            </a:r>
            <a:r>
              <a:rPr lang="en-US" dirty="0"/>
              <a:t> TO VISUALIZE THE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WE HAVE </a:t>
            </a:r>
            <a:r>
              <a:rPr lang="en-US" dirty="0">
                <a:solidFill>
                  <a:srgbClr val="FF0000"/>
                </a:solidFill>
              </a:rPr>
              <a:t>COLINEARITY</a:t>
            </a:r>
            <a:r>
              <a:rPr lang="en-US" dirty="0"/>
              <a:t> BETWEEN V1,V5,V7. WE REMOVED THOSE VARIABLES.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TEST OF CURVATURE</a:t>
            </a:r>
            <a:r>
              <a:rPr lang="en-US" dirty="0"/>
              <a:t>:  RESIDUAL PLOTS TO CHECK THE CURVATURE IN OUR MODEL.</a:t>
            </a:r>
          </a:p>
        </p:txBody>
      </p:sp>
    </p:spTree>
    <p:extLst>
      <p:ext uri="{BB962C8B-B14F-4D97-AF65-F5344CB8AC3E}">
        <p14:creationId xmlns:p14="http://schemas.microsoft.com/office/powerpoint/2010/main" val="3313993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53FECC6-EA82-17E7-EA98-127F5AA9A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51647"/>
            <a:ext cx="3931920" cy="1201271"/>
          </a:xfrm>
        </p:spPr>
        <p:txBody>
          <a:bodyPr/>
          <a:lstStyle/>
          <a:p>
            <a:r>
              <a:rPr lang="en-US" dirty="0"/>
              <a:t>FITTING PROCESS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A18BEF02-617F-AE92-82C9-2128B6FED87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7336" b="7336"/>
          <a:stretch>
            <a:fillRect/>
          </a:stretch>
        </p:blipFill>
        <p:spPr>
          <a:xfrm>
            <a:off x="6239434" y="1069847"/>
            <a:ext cx="5272861" cy="4645153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16D622-A510-1A90-D9E6-7213FD51A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999" y="2241175"/>
            <a:ext cx="4809568" cy="3765177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TRANSFORMATION </a:t>
            </a:r>
            <a:r>
              <a:rPr lang="en-US" dirty="0"/>
              <a:t>OF V3 INTO QUADRATIC AND INTERACTING V4&amp;V6.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TRANSFORMED MODEL DOESN’T PROVIDE CURVATURE IN RESIDUAL PLOTS.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ALSO BY ANALYSING THE GRAPHS THE VARIANCE IS CONSTANT. (</a:t>
            </a:r>
            <a:r>
              <a:rPr lang="en-US" i="1" dirty="0">
                <a:solidFill>
                  <a:srgbClr val="0070C0"/>
                </a:solidFill>
              </a:rPr>
              <a:t>not significant</a:t>
            </a:r>
            <a:r>
              <a:rPr lang="en-US" dirty="0"/>
              <a:t>)</a:t>
            </a:r>
          </a:p>
          <a:p>
            <a:pPr>
              <a:lnSpc>
                <a:spcPct val="150000"/>
              </a:lnSpc>
            </a:pPr>
            <a:r>
              <a:rPr lang="en-US" dirty="0"/>
              <a:t>Non-constant Variance Score Test </a:t>
            </a:r>
          </a:p>
          <a:p>
            <a:pPr>
              <a:lnSpc>
                <a:spcPct val="150000"/>
              </a:lnSpc>
            </a:pPr>
            <a:r>
              <a:rPr lang="en-US" dirty="0"/>
              <a:t>Variance formula: ~ </a:t>
            </a:r>
            <a:r>
              <a:rPr lang="en-US" dirty="0" err="1"/>
              <a:t>fitted.values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Chisquare</a:t>
            </a:r>
            <a:r>
              <a:rPr lang="en-US" dirty="0"/>
              <a:t> = 0.08089681, </a:t>
            </a:r>
            <a:r>
              <a:rPr lang="en-US" dirty="0" err="1"/>
              <a:t>Df</a:t>
            </a:r>
            <a:r>
              <a:rPr lang="en-US" dirty="0"/>
              <a:t> = 1, p = 0.77609</a:t>
            </a:r>
          </a:p>
        </p:txBody>
      </p:sp>
    </p:spTree>
    <p:extLst>
      <p:ext uri="{BB962C8B-B14F-4D97-AF65-F5344CB8AC3E}">
        <p14:creationId xmlns:p14="http://schemas.microsoft.com/office/powerpoint/2010/main" val="1833911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BCFCF-E713-0CC1-BB41-85074904B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42682"/>
            <a:ext cx="3966882" cy="1568824"/>
          </a:xfrm>
        </p:spPr>
        <p:txBody>
          <a:bodyPr/>
          <a:lstStyle/>
          <a:p>
            <a:r>
              <a:rPr lang="en-US" dirty="0"/>
              <a:t>FITTING PROCESS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BA1881-1ECC-836B-7F24-45F3228AD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999" y="2554941"/>
            <a:ext cx="5347448" cy="3160059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CHECKING FOR </a:t>
            </a:r>
            <a:r>
              <a:rPr lang="en-US" dirty="0">
                <a:solidFill>
                  <a:schemeClr val="accent2"/>
                </a:solidFill>
              </a:rPr>
              <a:t>OUTLIERS</a:t>
            </a:r>
            <a:r>
              <a:rPr lang="en-US" dirty="0"/>
              <a:t> TO OVERCOME THE INFLULENTALITY.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CHECKING NORMALITY TO MEET THE ASSUMPTIONS, OUR DATA IS ALMOST NORMALLY DISTRIBUTED. ‘</a:t>
            </a:r>
            <a:r>
              <a:rPr lang="en-US" dirty="0">
                <a:solidFill>
                  <a:schemeClr val="accent2"/>
                </a:solidFill>
              </a:rPr>
              <a:t>n</a:t>
            </a:r>
            <a:r>
              <a:rPr lang="en-US" dirty="0"/>
              <a:t>’ IS LARGE.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FINALLY MET ALL THREE ASSUMPTIONS. READY FOR </a:t>
            </a:r>
            <a:r>
              <a:rPr lang="en-US" dirty="0">
                <a:solidFill>
                  <a:schemeClr val="accent2"/>
                </a:solidFill>
              </a:rPr>
              <a:t>PREDICTION</a:t>
            </a:r>
            <a:r>
              <a:rPr lang="en-US" dirty="0"/>
              <a:t> AND </a:t>
            </a:r>
            <a:r>
              <a:rPr lang="en-US" dirty="0">
                <a:solidFill>
                  <a:schemeClr val="accent2"/>
                </a:solidFill>
              </a:rPr>
              <a:t>INFERENCE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DC4C822-98A8-FA0C-8F4F-5069FD06A4C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7336" b="7336"/>
          <a:stretch>
            <a:fillRect/>
          </a:stretch>
        </p:blipFill>
        <p:spPr>
          <a:xfrm>
            <a:off x="6589058" y="1272987"/>
            <a:ext cx="4923237" cy="427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279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37C3570-CC56-4BF0-BDF1-101451A5C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THE LM &amp; KNN PREDICTIONS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7E89CE7-2CA5-121D-8ED7-A144FEE3E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GENERATED PREDICTED VALUES FOR BOTH LM MODEL AND KNN MODEL USING </a:t>
            </a:r>
            <a:r>
              <a:rPr lang="en-US" dirty="0">
                <a:solidFill>
                  <a:schemeClr val="accent2"/>
                </a:solidFill>
              </a:rPr>
              <a:t>PREDICT </a:t>
            </a:r>
            <a:r>
              <a:rPr lang="en-US" dirty="0"/>
              <a:t>FUNCTION FOR TEST DATA.</a:t>
            </a:r>
          </a:p>
          <a:p>
            <a:pPr>
              <a:lnSpc>
                <a:spcPct val="150000"/>
              </a:lnSpc>
            </a:pPr>
            <a:r>
              <a:rPr lang="en-US" dirty="0"/>
              <a:t>THE RESULTS OF THE LM MODEL ARE LARGER IN VALUE COMPARED  TO THE KNN RESULTS.</a:t>
            </a:r>
          </a:p>
          <a:p>
            <a:pPr>
              <a:lnSpc>
                <a:spcPct val="150000"/>
              </a:lnSpc>
            </a:pPr>
            <a:r>
              <a:rPr lang="en-US" dirty="0"/>
              <a:t>KNN VALUES ARE THE MOST OPTIMAL RESULTS COMPARED TO LM BECAUSE AS WE KNOW </a:t>
            </a:r>
            <a:r>
              <a:rPr lang="en-US" dirty="0">
                <a:solidFill>
                  <a:schemeClr val="accent2"/>
                </a:solidFill>
              </a:rPr>
              <a:t>NON-PARAMETRIC </a:t>
            </a:r>
            <a:r>
              <a:rPr lang="en-US" dirty="0"/>
              <a:t>RESULTS PROVIDE THE BEST VALUES WITH LESS </a:t>
            </a:r>
            <a:r>
              <a:rPr lang="en-US" dirty="0">
                <a:solidFill>
                  <a:schemeClr val="accent2"/>
                </a:solidFill>
              </a:rPr>
              <a:t>MSE</a:t>
            </a:r>
            <a:r>
              <a:rPr lang="en-US" dirty="0"/>
              <a:t> AND ARE GOOD FOR PREDICTION COMPARED TO OLS.</a:t>
            </a:r>
          </a:p>
        </p:txBody>
      </p:sp>
    </p:spTree>
    <p:extLst>
      <p:ext uri="{BB962C8B-B14F-4D97-AF65-F5344CB8AC3E}">
        <p14:creationId xmlns:p14="http://schemas.microsoft.com/office/powerpoint/2010/main" val="581898152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235</TotalTime>
  <Words>284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Corbel</vt:lpstr>
      <vt:lpstr>Basis</vt:lpstr>
      <vt:lpstr>REGRESSION CHALLENGE</vt:lpstr>
      <vt:lpstr>PRELIMINAY ANALYSIS</vt:lpstr>
      <vt:lpstr>FITTING PROCESS</vt:lpstr>
      <vt:lpstr>FITTING PROCESS</vt:lpstr>
      <vt:lpstr>FITTING PROCESS</vt:lpstr>
      <vt:lpstr>COMPARING THE LM &amp; KNN PREDICTIONS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 CHALLENGE</dc:title>
  <dc:creator>Gangadhran Ravi Kumar</dc:creator>
  <cp:lastModifiedBy>Gangadhran Ravi Kumar</cp:lastModifiedBy>
  <cp:revision>1</cp:revision>
  <dcterms:created xsi:type="dcterms:W3CDTF">2023-07-17T14:55:45Z</dcterms:created>
  <dcterms:modified xsi:type="dcterms:W3CDTF">2023-07-17T18:51:20Z</dcterms:modified>
</cp:coreProperties>
</file>